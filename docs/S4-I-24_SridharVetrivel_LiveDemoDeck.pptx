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15e3cdb3-1b6e-18a1-43c0-6e6c003177e4}">
          <p14:sldIdLst>
            <p14:sldId id="256"/>
          </p14:sldIdLst>
        </p14:section>
        <p14:section name="Context" id="{0f3ebccf-e0e1-26ec-16e5-b38c936dff5c}">
          <p14:sldIdLst>
            <p14:sldId id="257"/>
            <p14:sldId id="258"/>
          </p14:sldIdLst>
        </p14:section>
        <p14:section name="Capabilities" id="{c758d5e4-01c1-2b53-6e26-1d27afd40176}">
          <p14:sldIdLst>
            <p14:sldId id="259"/>
            <p14:sldId id="260"/>
          </p14:sldIdLst>
        </p14:section>
        <p14:section name="Results" id="{8ef4a6af-358c-9c95-bb80-66cb45ba4888}">
          <p14:sldIdLst>
            <p14:sldId id="261"/>
            <p14:sldId id="262"/>
            <p14:sldId id="263"/>
          </p14:sldIdLst>
        </p14:section>
        <p14:section name="Close" id="{9b2e00df-b4bc-e4cc-60f1-0956ce36327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one line each — what we built, why it's ready, the headline numbers. Keep this to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land on the one-line solution promise before moving to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diagram live in the control plane UI (Graph view) during the actual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also the exact criteria list the RFP grades on —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hardest engineering problem in the build — give it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run one of these live if the panel wants to see it rather than the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docs/DEMO_RUNBOOK.md is the written script behind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proactively — it reads as control, not as an excuse found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value-add, not required — say that explicitly before listing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invite questions, offer to run a live query from the demo runbook.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468880"/>
            <a:ext cx="112745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703320"/>
            <a:ext cx="1127455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9811512" y="6510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Psiog Kendra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S4-I-24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3840480" cy="3840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57200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PSIOG KENDRA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468880"/>
            <a:ext cx="11274552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GenAI-Powered Enterprise Copilot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37033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Readiness — Week 17 Final Review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S4-I-24  |  Impact pSiddhi 3.0, Semester 4 Capstone  |  Sridhar Vetrivel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" y="58064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0D132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8116" y="5852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88236" y="5852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routable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88436" y="58064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0D132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5596" y="5852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5852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5916" y="58064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0D132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3076" y="5852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83196" y="5852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83396" y="58064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0D132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20556" y="5852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980676" y="5852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of ₹2,500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operational knowledge is scattered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data and ops teams work across Databricks, GitHub/Azure DevOps, a CRM, and internal runbooks. Answering one plain question — “did last night’s pipeline run?” — means opening four tools and stitching the answer together by hand.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5394960" cy="3154680"/>
          </a:xfrm>
          <a:prstGeom prst="roundRect">
            <a:avLst>
              <a:gd name="adj" fmla="val 231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risk isn’t the fragmentation.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answers from model knowledge instead of live systems is worse than no assistant — it is confidently wrong. Grounding and citation are the precondition for this system, not a feature of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2551176" cy="1353312"/>
          </a:xfrm>
          <a:prstGeom prst="roundRect">
            <a:avLst>
              <a:gd name="adj" fmla="val 540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1435608"/>
            <a:ext cx="91440" cy="950976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4173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892808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jobs &amp; runs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80576" y="1234440"/>
            <a:ext cx="2551176" cy="1353312"/>
          </a:xfrm>
          <a:prstGeom prst="roundRect">
            <a:avLst>
              <a:gd name="adj" fmla="val 540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63456" y="1435608"/>
            <a:ext cx="91440" cy="95097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92056" y="14173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/ Azure DevOps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592056" y="1892808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deployments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816352"/>
            <a:ext cx="2551176" cy="1353312"/>
          </a:xfrm>
          <a:prstGeom prst="roundRect">
            <a:avLst>
              <a:gd name="adj" fmla="val 540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3017520"/>
            <a:ext cx="91440" cy="950976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299923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47472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deals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0576" y="2816352"/>
            <a:ext cx="2551176" cy="1353312"/>
          </a:xfrm>
          <a:prstGeom prst="roundRect">
            <a:avLst>
              <a:gd name="adj" fmla="val 540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3017520"/>
            <a:ext cx="91440" cy="950976"/>
          </a:xfrm>
          <a:prstGeom prst="round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92056" y="299923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Docs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92056" y="347472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&amp; incidents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370832"/>
            <a:ext cx="5330952" cy="1709928"/>
          </a:xfrm>
          <a:prstGeom prst="roundRect">
            <a:avLst>
              <a:gd name="adj" fmla="val 427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75120" y="4370832"/>
            <a:ext cx="47823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one question in plain English, one grounded answer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1 Coordinator + 4 Specialist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AgentField (open-source, self-hosted orchestration) — distinct agents, not one LLM behind a long system prompt. Every agent-to-agent hop is traced as a DAG.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22876" y="17830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22876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 Agent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22876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intent routing + synthesis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83664" y="2606040"/>
            <a:ext cx="0" cy="822960"/>
          </a:xfrm>
          <a:prstGeom prst="line">
            <a:avLst/>
          </a:prstGeom>
          <a:noFill/>
          <a:ln w="15875">
            <a:solidFill>
              <a:srgbClr val="7A8CA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80644" y="3429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" y="3630168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1812" y="408736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1812" y="43434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2606040"/>
            <a:ext cx="0" cy="822960"/>
          </a:xfrm>
          <a:prstGeom prst="line">
            <a:avLst/>
          </a:prstGeom>
          <a:noFill/>
          <a:ln w="15875">
            <a:solidFill>
              <a:srgbClr val="7A8CA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87852" y="3429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9020" y="36301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89020" y="408736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89020" y="43434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Azure DevOps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2606040"/>
            <a:ext cx="0" cy="822960"/>
          </a:xfrm>
          <a:prstGeom prst="line">
            <a:avLst/>
          </a:prstGeom>
          <a:noFill/>
          <a:ln w="15875">
            <a:solidFill>
              <a:srgbClr val="7A8CA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95060" y="3429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6228" y="363016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96228" y="408736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96228" y="43434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305288" y="2606040"/>
            <a:ext cx="0" cy="822960"/>
          </a:xfrm>
          <a:prstGeom prst="line">
            <a:avLst/>
          </a:prstGeom>
          <a:noFill/>
          <a:ln w="15875">
            <a:solidFill>
              <a:srgbClr val="7A8CA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02268" y="3429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03436" y="3630168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03436" y="408736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03436" y="43434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runbooks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98348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983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queries fan out to multiple specialists in parallel — one synthesised, cross-cited answer.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88552" y="5120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queries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that are graded, not incidental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00116" cy="2057400"/>
          </a:xfrm>
          <a:prstGeom prst="roundRect">
            <a:avLst>
              <a:gd name="adj" fmla="val 35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cited, always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names the source system or document. No answer ever comes from model training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188720"/>
            <a:ext cx="5500116" cy="2057400"/>
          </a:xfrm>
          <a:prstGeom prst="roundRect">
            <a:avLst>
              <a:gd name="adj" fmla="val 35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0236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023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38988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routing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201168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classification, not keyword matching — the same question phrased differently still routes correctly.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500116" cy="2057400"/>
          </a:xfrm>
          <a:prstGeom prst="roundRect">
            <a:avLst>
              <a:gd name="adj" fmla="val 35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7588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multi-agent design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9768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registered nodes, each with its own reasoners, skills and DID — not one prompt wearing different hats.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1636" y="3474720"/>
            <a:ext cx="5500116" cy="2057400"/>
          </a:xfrm>
          <a:prstGeom prst="roundRect">
            <a:avLst>
              <a:gd name="adj" fmla="val 35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0236" y="370332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0236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08876" y="367588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Structured, verifiable output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60236" y="429768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returns a validated Pydantic schema, so QA can machine-check routing and citations.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bug this system cannot afford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mismatched citation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answer entirely about job #4822 and cite job #4830 — a real source, on the allow-list, from the right system, that it never touched. It looks grounded and is not.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make the record the arbiter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answer's own ids (#4822) are checked against the record, not an allow-list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the prose contradicts is dropped — even one the model wrote inline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two-half Judge: an LLM half plus a deterministic fact-check that can only add findings, never remove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468112" cy="5029200"/>
          </a:xfrm>
          <a:prstGeom prst="roundRect">
            <a:avLst>
              <a:gd name="adj" fmla="val 145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on the full 12-of-12 judged pass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11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5.56%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 —  target was &lt;10%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749040"/>
            <a:ext cx="4846320" cy="0"/>
          </a:xfrm>
          <a:prstGeom prst="line">
            <a:avLst/>
          </a:prstGeom>
          <a:noFill/>
          <a:ln w="9525">
            <a:solidFill>
              <a:srgbClr val="7A8CA3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8368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ungrounded / 54 claims × 100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348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the 3 are the local judge declining to enumerate claims on a long answer — counted as ungrounded rather than flattering the score. Only 1 is a confirmed miss. A hosted judge is expected to resolve this outright.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results — measured, not estimated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81478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34440"/>
            <a:ext cx="2681478" cy="64008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3560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1576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12 queries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21558" y="1234440"/>
            <a:ext cx="2681478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21558" y="1234440"/>
            <a:ext cx="2681478" cy="64008"/>
          </a:xfrm>
          <a:prstGeom prst="round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8718" y="143560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58718" y="271576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&lt;10%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5916" y="1234440"/>
            <a:ext cx="2681478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85916" y="1234440"/>
            <a:ext cx="2681478" cy="6400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3076" y="143560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93.11%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271576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 passed, 4 skipped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0274" y="1234440"/>
            <a:ext cx="2681478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50274" y="1234440"/>
            <a:ext cx="2681478" cy="64008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87434" y="143560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187434" y="271576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citations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grounded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1274552" cy="2651760"/>
          </a:xfrm>
          <a:prstGeom prst="roundRect">
            <a:avLst>
              <a:gd name="adj" fmla="val 275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is reproducible — no number here is asserted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cov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343400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 passed, 4 skipped — 93.11% coverage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qa-summary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4892040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12 graded — 100% routing, 5.56% hallucination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440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agents-status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440680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nodes online and routable (asks each port directly)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walkthrough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0" cy="5029200"/>
          </a:xfrm>
          <a:prstGeom prst="roundRect">
            <a:avLst>
              <a:gd name="adj" fmla="val 1455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show, in order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013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readiness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agents-status — all 5 nodes online, Ready, Verified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87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Single-domain query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8895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the last deployment date for the auth service?” → routes to DevOps, answers with a citation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01568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7413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query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75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 full status update” → fans out to all 4 specialists, one synthesised answer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87952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DAG trace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62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AgentField UI → Graph view → every agent-to-agent hop, timed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974336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469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grounding check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2486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output — citation validated against the record, not just present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1188720"/>
            <a:ext cx="4599432" cy="5029200"/>
          </a:xfrm>
          <a:prstGeom prst="roundRect">
            <a:avLst>
              <a:gd name="adj" fmla="val 159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06640" y="1417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Pacing — set expectations up front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920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min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5146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query (CPU inference, no GPU)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3108960"/>
            <a:ext cx="4069080" cy="0"/>
          </a:xfrm>
          <a:prstGeom prst="line">
            <a:avLst/>
          </a:prstGeom>
          <a:noFill/>
          <a:ln w="9525">
            <a:solidFill>
              <a:srgbClr val="7A8CA3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406640" y="32461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8–15 min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38404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query — several sequential LLM calls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4434840"/>
            <a:ext cx="4069080" cy="0"/>
          </a:xfrm>
          <a:prstGeom prst="line">
            <a:avLst/>
          </a:prstGeom>
          <a:noFill/>
          <a:ln w="9525">
            <a:solidFill>
              <a:srgbClr val="7A8CA3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406640" y="46177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pre-traced cross-domain run is kept open so the panel isn’t waiting on CPU inference live.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readiness — checked before walking 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264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075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serving gemma3:4b / gemma3:1b / nomic-embed-text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2344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96228" y="14264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96228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90004" y="13075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AgentField control plane up under Docker Compose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3408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2219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agent nodes online, Ready, Active, Verified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21488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6228" y="23408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6228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90004" y="22219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 loaded into the control plane’s vector memory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2552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1363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12 test queries pass through the live control plane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1636" y="3063240"/>
            <a:ext cx="5500116" cy="749808"/>
          </a:xfrm>
          <a:prstGeom prst="roundRect">
            <a:avLst>
              <a:gd name="adj" fmla="val 975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6228" y="32552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96228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90004" y="3136392"/>
            <a:ext cx="46771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gemma3:1b degrade path logs a warning, never fails silently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11274552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77240" y="45262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Known, disclosed limitation — framed honestly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89204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on a local 4B model (CPU, no GPU) — OpenRouter and Azure hosting are a deliberate ₹0 scope decision for this POC, not an outage. Every target is met on the local model today; a hosted frontier model remains a one-line config swap with no code change.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scope: what we built on our own initiative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108606" cy="3017520"/>
          </a:xfrm>
          <a:prstGeom prst="roundRect">
            <a:avLst>
              <a:gd name="adj" fmla="val 346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Two-half Judge Agent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7428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half + a deterministic fact-check that can only add findings, never remove 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8686" y="1234440"/>
            <a:ext cx="2108606" cy="3017520"/>
          </a:xfrm>
          <a:prstGeom prst="roundRect">
            <a:avLst>
              <a:gd name="adj" fmla="val 346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31566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3156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31566" y="196596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control-plane verification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31566" y="2697480"/>
            <a:ext cx="17428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real, months-old 422 bug the in-process QA suite could never see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0173" y="1234440"/>
            <a:ext cx="2108606" cy="3017520"/>
          </a:xfrm>
          <a:prstGeom prst="roundRect">
            <a:avLst>
              <a:gd name="adj" fmla="val 346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23053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23053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23053" y="196596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health tooling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23053" y="2697480"/>
            <a:ext cx="17428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 node that is serving from one that is merely registered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31659" y="1234440"/>
            <a:ext cx="2108606" cy="3017520"/>
          </a:xfrm>
          <a:prstGeom prst="roundRect">
            <a:avLst>
              <a:gd name="adj" fmla="val 346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14539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4539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14539" y="196596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CI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14539" y="2697480"/>
            <a:ext cx="17428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3.11+3.12 matrix, enforced coverage gate, opt-in live-model job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23146" y="1234440"/>
            <a:ext cx="2108606" cy="3017520"/>
          </a:xfrm>
          <a:prstGeom prst="roundRect">
            <a:avLst>
              <a:gd name="adj" fmla="val 346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06026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0602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06026" y="196596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runbook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06026" y="2697480"/>
            <a:ext cx="17428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written, repeatable script covering every startup trap this build hit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self-assessment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029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44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4754880"/>
            <a:ext cx="7662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13 deliverables Done; the remaining 2 trace to one disclosed scope decision (local inference, local hosting) — not a missed requirement. Every graded QA target is met.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0156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3291840" cy="32918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468880"/>
            <a:ext cx="11274552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walk through it live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57200" y="37033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routing  ·  5.56% hallucination  ·  93.11% coverage  ·  ₹0 of ₹2,500 spent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take questions or run any query live.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Sridhar Vetrivel  ·  S4-I-24  ·  Psiog Kendra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iog Kendra">
  <a:themeElements>
    <a:clrScheme name="Psiog Kendra">
      <a:dk1>
        <a:srgbClr val="0D1321"/>
      </a:dk1>
      <a:lt1>
        <a:srgbClr val="FFFFFF"/>
      </a:lt1>
      <a:dk2>
        <a:srgbClr val="16213E"/>
      </a:dk2>
      <a:lt2>
        <a:srgbClr val="EAF0FA"/>
      </a:lt2>
      <a:accent1>
        <a:srgbClr val="1565C0"/>
      </a:accent1>
      <a:accent2>
        <a:srgbClr val="00A896"/>
      </a:accent2>
      <a:accent3>
        <a:srgbClr val="2ECC71"/>
      </a:accent3>
      <a:accent4>
        <a:srgbClr val="F2994A"/>
      </a:accent4>
      <a:accent5>
        <a:srgbClr val="7A8CA3"/>
      </a:accent5>
      <a:accent6>
        <a:srgbClr val="16213E"/>
      </a:accent6>
      <a:hlink>
        <a:srgbClr val="00A896"/>
      </a:hlink>
      <a:folHlink>
        <a:srgbClr val="1565C0"/>
      </a:folHlink>
    </a:clrScheme>
    <a:fontScheme name="Psiog Kendr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2026-10-13T07:12:58Z</dcterms:created>
  <dcterms:modified xsi:type="dcterms:W3CDTF">2026-10-13T07:12:58Z</dcterms:modified>
</cp:coreProperties>
</file>