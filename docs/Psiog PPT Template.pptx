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4">
  <p:sldMasterIdLst>
    <p:sldMasterId id="2147483648" r:id="rId4"/>
  </p:sldMasterIdLst>
  <p:notesMasterIdLst>
    <p:notesMasterId r:id="rId7"/>
  </p:notesMasterIdLst>
  <p:sldIdLst>
    <p:sldId id="1359437" r:id="rId5"/>
    <p:sldId id="135944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7B9A24-1FC8-1D76-391A-173325328625}" name="Aditya Manthena" initials="AM" userId="S::aditya.manthena@psiog.com::0b87e450-5e44-4cd3-aebd-c1a25a66c2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E91"/>
    <a:srgbClr val="6AD9DC"/>
    <a:srgbClr val="2DB6BB"/>
    <a:srgbClr val="7CDEE0"/>
    <a:srgbClr val="DDFABE"/>
    <a:srgbClr val="DDF6F7"/>
    <a:srgbClr val="59CB64"/>
    <a:srgbClr val="726C6C"/>
    <a:srgbClr val="BEEFF0"/>
    <a:srgbClr val="F0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9F12-2CB7-8F2F-F67A-BE320314DDD9}" v="122" dt="2025-03-10T10:11:15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88B4-EC88-419C-9C7F-4190E1D90D5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B2E0-7CDC-44AD-B859-109752210CD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EF38-BCC4-4DB4-8006-7242EDF0AA54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9734-26B0-44FC-910E-DC835396DF90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D3C1-BA39-4E76-A653-9247F65BB297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EE36-EDE3-4DC0-8F92-80AC6C348809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B11-3202-4A77-9B9E-06D8DA216472}" type="datetime1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4C48-E234-4504-A18C-8880CF66C8BA}" type="datetime1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C3B6-3A3F-46C1-AE6D-C6F798FDCBC2}" type="datetime1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0807-197F-4F9E-A0A0-F82704CF2A2E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460-24FF-41EE-B916-7AFF089965AC}" type="datetime1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BE5D-6372-464B-BCE6-2C2018A96161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ADDF-8844-4B12-851D-9922200F89CC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F9B7-D24E-42A1-8420-CE33906B3FB8}" type="datetime1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Picture 6"/>
          <p:cNvPicPr>
            <a:picLocks noChangeAspect="1"/>
          </p:cNvPicPr>
          <p:nvPr userDrawn="1"/>
        </p:nvPicPr>
        <p:blipFill rotWithShape="1">
          <a:blip r:embed="rId13" cstate="email"/>
          <a:srcRect/>
          <a:stretch>
            <a:fillRect/>
          </a:stretch>
        </p:blipFill>
        <p:spPr>
          <a:xfrm>
            <a:off x="0" y="6368764"/>
            <a:ext cx="361012" cy="377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 cstate="email">
            <a:alphaModFix amt="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750"/>
            <a:ext cx="12192000" cy="121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Discovery 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This is a template...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  <a:ea typeface="Calibri"/>
                <a:cs typeface="Calibri"/>
              </a:rPr>
              <a:t>Customer Logo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CEB68-0C69-0027-A819-FF25EC8CEB1B}"/>
              </a:ext>
            </a:extLst>
          </p:cNvPr>
          <p:cNvSpPr txBox="1"/>
          <p:nvPr/>
        </p:nvSpPr>
        <p:spPr>
          <a:xfrm>
            <a:off x="476021" y="970640"/>
            <a:ext cx="1131630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dirty="0"/>
              <a:t>…</a:t>
            </a:r>
          </a:p>
          <a:p>
            <a:pPr marL="285750" indent="-285750">
              <a:buFont typeface="Wingdings"/>
              <a:buChar char="Ø"/>
            </a:pPr>
            <a:endParaRPr lang="en-US"/>
          </a:p>
          <a:p>
            <a:pPr marL="285750" indent="-285750">
              <a:buFont typeface="Wingdings"/>
              <a:buChar char="Ø"/>
            </a:pPr>
            <a:r>
              <a:rPr lang="en-US"/>
              <a:t>...</a:t>
            </a:r>
          </a:p>
          <a:p>
            <a:pPr marL="285750" indent="-285750">
              <a:buFont typeface="Wingdings"/>
              <a:buChar char="Ø"/>
            </a:pPr>
            <a:endParaRPr lang="en-US"/>
          </a:p>
          <a:p>
            <a:pPr marL="285750" indent="-285750">
              <a:buFont typeface="Wingdings"/>
              <a:buChar char="Ø"/>
            </a:pPr>
            <a:r>
              <a:rPr lang="en-US">
                <a:ea typeface="Calibri"/>
                <a:cs typeface="Calibri"/>
              </a:rPr>
              <a:t>...</a:t>
            </a:r>
            <a:endParaRPr lang="en-US" dirty="0">
              <a:ea typeface="Calibri"/>
              <a:cs typeface="Calibri"/>
            </a:endParaRPr>
          </a:p>
          <a:p>
            <a:pPr marL="742950" lvl="1" indent="-285750">
              <a:buFont typeface="Wingdings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917f08-b411-4c8c-b73b-478edaa64b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675B97AD28E4A84DDD15DAFC4C3BF" ma:contentTypeVersion="15" ma:contentTypeDescription="Create a new document." ma:contentTypeScope="" ma:versionID="34fe4ac9dce90b3ca86d44f51d6b599b">
  <xsd:schema xmlns:xsd="http://www.w3.org/2001/XMLSchema" xmlns:xs="http://www.w3.org/2001/XMLSchema" xmlns:p="http://schemas.microsoft.com/office/2006/metadata/properties" xmlns:ns3="85917f08-b411-4c8c-b73b-478edaa64b5d" xmlns:ns4="8acdb649-c3dc-403e-8f98-6d94a85edfed" targetNamespace="http://schemas.microsoft.com/office/2006/metadata/properties" ma:root="true" ma:fieldsID="32de2392117b035fb8469ae55c5d331a" ns3:_="" ns4:_="">
    <xsd:import namespace="85917f08-b411-4c8c-b73b-478edaa64b5d"/>
    <xsd:import namespace="8acdb649-c3dc-403e-8f98-6d94a85edf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17f08-b411-4c8c-b73b-478edaa64b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db649-c3dc-403e-8f98-6d94a85ed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F03512-25DF-493B-9B53-51BE253359EC}">
  <ds:schemaRefs/>
</ds:datastoreItem>
</file>

<file path=customXml/itemProps2.xml><?xml version="1.0" encoding="utf-8"?>
<ds:datastoreItem xmlns:ds="http://schemas.openxmlformats.org/officeDocument/2006/customXml" ds:itemID="{66373FA7-71C7-4D16-9EDE-82A2EECC32F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5917f08-b411-4c8c-b73b-478edaa64b5d"/>
    <ds:schemaRef ds:uri="http://purl.org/dc/dcmitype/"/>
    <ds:schemaRef ds:uri="http://schemas.microsoft.com/office/2006/metadata/properties"/>
    <ds:schemaRef ds:uri="http://purl.org/dc/elements/1.1/"/>
    <ds:schemaRef ds:uri="8acdb649-c3dc-403e-8f98-6d94a85edfed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4E5DF6-33F1-4CBE-90C8-28D1C5054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17f08-b411-4c8c-b73b-478edaa64b5d"/>
    <ds:schemaRef ds:uri="8acdb649-c3dc-403e-8f98-6d94a85e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 Menon</dc:creator>
  <cp:lastModifiedBy>Ashwath Kumaran</cp:lastModifiedBy>
  <cp:revision>22</cp:revision>
  <dcterms:created xsi:type="dcterms:W3CDTF">2023-06-07T10:10:00Z</dcterms:created>
  <dcterms:modified xsi:type="dcterms:W3CDTF">2026-10-13T08:51:27Z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0x0101004D2675B97AD28E4A84DDD15DAFC4C3BF</vt:lpwstr>
  </property>
  <property fmtid="{D5CDD505-2E9C-101B-9397-08002B2CF9AE}" pid="3" name="ICV">
    <vt:lpwstr>D557ECC3AC674A6CB7A90FDC0A14402D_12</vt:lpwstr>
  </property>
  <property fmtid="{D5CDD505-2E9C-101B-9397-08002B2CF9AE}" pid="4" name="KSOProductBuildVer">
    <vt:lpwstr>1033-12.2.0.16731</vt:lpwstr>
  </property>
  <property fmtid="{D5CDD505-2E9C-101B-9397-08002B2CF9AE}" pid="5" name="MediaServiceImageTags">
    <vt:lpwstr/>
  </property>
  <property fmtid="{D5CDD505-2E9C-101B-9397-08002B2CF9AE}" pid="6" name="Order">
    <vt:r8>4800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